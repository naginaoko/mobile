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76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54F5FD-5E88-6DB4-7BC9-7F8975636E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D38C33E-F9AE-859E-BB37-6E97A82754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1F2CA0-F86E-B0F2-73D6-BFD757ECF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6DEDC-5085-4F9D-97B9-3CD24CF8B89B}" type="datetimeFigureOut">
              <a:rPr kumimoji="1" lang="ja-JP" altLang="en-US" smtClean="0"/>
              <a:t>2025/11/26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F72B45A-E398-67A1-6345-865F207CF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D3F9D3B-26C8-36B3-EDF9-297BE9098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0BFE2-0DE5-4D49-8DB1-15673A00CB3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7634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3448D5-5497-B545-80D1-A8872AD52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2BB690C-0CE4-54F2-61C6-663139E4DC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31A7A20-B00A-9D6E-0180-087BA8A5E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6DEDC-5085-4F9D-97B9-3CD24CF8B89B}" type="datetimeFigureOut">
              <a:rPr kumimoji="1" lang="ja-JP" altLang="en-US" smtClean="0"/>
              <a:t>2025/11/26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2C058DF-2D8C-61E3-2C78-64DAE99AD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610BD55-861F-AD95-8B12-21DABD6BB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0BFE2-0DE5-4D49-8DB1-15673A00CB3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3680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4A749C-1603-EDD5-1B45-A11D6A348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C2BB766-6A06-CA9C-6144-B4D8DFEF9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DCD4FE9-FEBF-B1D7-5938-926B5D211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6DEDC-5085-4F9D-97B9-3CD24CF8B89B}" type="datetimeFigureOut">
              <a:rPr kumimoji="1" lang="ja-JP" altLang="en-US" smtClean="0"/>
              <a:t>2025/11/26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098A74-CEDF-E934-0EFA-7E325E535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43842FD-2205-EA8D-4329-B39F16D4F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0BFE2-0DE5-4D49-8DB1-15673A00CB3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7727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404620-7565-F919-D55B-ACC2A855E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919A6B1-D99B-0B35-082A-F0616AC98A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2065A85-232E-1C0F-3EEA-625FC962DD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D8BBF64-7184-EA01-B988-A59DEEAEB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6DEDC-5085-4F9D-97B9-3CD24CF8B89B}" type="datetimeFigureOut">
              <a:rPr kumimoji="1" lang="ja-JP" altLang="en-US" smtClean="0"/>
              <a:t>2025/11/26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6EF8C43-DA2F-6D31-FA92-332B05DF1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569BF8D-FCC3-F3FF-1D65-13EADEB32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0BFE2-0DE5-4D49-8DB1-15673A00CB3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9403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0010D3-7A49-23E5-64D6-B3EB8AE5A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A4B1737-6780-CAD9-E717-65D00AF847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FA52841-E3D0-4C87-B344-0BA5ADC305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7B71616-3048-E4AB-1CC9-AAF6595E55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4DF02F3-4D49-D45A-4456-E602B61CDC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9811A01-D8F3-29FD-B93C-FB8C70BA5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6DEDC-5085-4F9D-97B9-3CD24CF8B89B}" type="datetimeFigureOut">
              <a:rPr kumimoji="1" lang="ja-JP" altLang="en-US" smtClean="0"/>
              <a:t>2025/11/26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7A9A3A3-B036-B614-BC7E-DA698F219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3F5CAA1-C793-2D7E-B91A-281E2AC50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0BFE2-0DE5-4D49-8DB1-15673A00CB3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0865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38ED88-D46B-42D6-9E1D-D0D4BFA3F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8131E18-A46C-B0EE-CD2A-797598C58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6DEDC-5085-4F9D-97B9-3CD24CF8B89B}" type="datetimeFigureOut">
              <a:rPr kumimoji="1" lang="ja-JP" altLang="en-US" smtClean="0"/>
              <a:t>2025/11/26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148B548-9F5B-C726-AF1C-52512AADD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32179B0-52AB-2F93-627F-0AD9B46C6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0BFE2-0DE5-4D49-8DB1-15673A00CB3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8417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FB29DDB-E79D-B7CF-4F21-51876080E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6DEDC-5085-4F9D-97B9-3CD24CF8B89B}" type="datetimeFigureOut">
              <a:rPr kumimoji="1" lang="ja-JP" altLang="en-US" smtClean="0"/>
              <a:t>2025/11/26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4F0BFDD-1088-3A6E-91F2-69D953BDE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FDAA6C3-6723-29C7-D0B6-8F356F5DE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0BFE2-0DE5-4D49-8DB1-15673A00CB3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7228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375A8A-8445-2F0F-844B-21CD6B354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C034587-6321-E6EB-E5C1-E6C7633225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B1E3743-BEF4-BF24-8786-521318A48B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A252484-D5DA-A3E9-BDA4-4F8B7C75F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6DEDC-5085-4F9D-97B9-3CD24CF8B89B}" type="datetimeFigureOut">
              <a:rPr kumimoji="1" lang="ja-JP" altLang="en-US" smtClean="0"/>
              <a:t>2025/11/26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D975C69-2031-67DF-281B-72F2105E0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408E627-8F7F-D1D3-020B-D1FC93F16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0BFE2-0DE5-4D49-8DB1-15673A00CB3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0995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FC1D5E-999F-B668-EE79-1B6AC6757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9188A80-8D63-3166-4B00-A4365949BB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27A00A3-4FED-F49C-6ECC-75247D7093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59A655C-B1B7-5493-4936-03AAB06BE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6DEDC-5085-4F9D-97B9-3CD24CF8B89B}" type="datetimeFigureOut">
              <a:rPr kumimoji="1" lang="ja-JP" altLang="en-US" smtClean="0"/>
              <a:t>2025/11/26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3686EED-0D7C-0D03-3C40-003E20A52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DBB4C1F-D4DD-7394-209B-E4CA13400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0BFE2-0DE5-4D49-8DB1-15673A00CB3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5291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3BCB4A-3EE4-5211-952F-7288BA750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C17F4C6-EE7D-744B-740E-EDFC90C9F3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E31E5C4-C474-6FAA-E3FA-F7C30AF6B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6DEDC-5085-4F9D-97B9-3CD24CF8B89B}" type="datetimeFigureOut">
              <a:rPr kumimoji="1" lang="ja-JP" altLang="en-US" smtClean="0"/>
              <a:t>2025/11/26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CA79CED-6480-646B-3A04-765DB2771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132E4B3-2B18-031A-AF2B-356AF41DA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0BFE2-0DE5-4D49-8DB1-15673A00CB3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168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5534099-B9A2-5CC5-B22E-6B25EDCB80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B855F8F-0D1F-57C8-7190-3300AD6BCA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A6C6609-5980-F349-1CA8-92C8B88B2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6DEDC-5085-4F9D-97B9-3CD24CF8B89B}" type="datetimeFigureOut">
              <a:rPr kumimoji="1" lang="ja-JP" altLang="en-US" smtClean="0"/>
              <a:t>2025/11/26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83C89E8-379D-975B-A7E2-29AAC1D91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64FE01B-F07F-2907-61D7-37A39A106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0BFE2-0DE5-4D49-8DB1-15673A00CB3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9180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109277B-86EB-ECD0-608A-83F01D7B0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58F81D6-D670-94ED-D056-2F26B8E52C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5AFA1F2-239D-A005-5BCB-B49F9222E6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A6DEDC-5085-4F9D-97B9-3CD24CF8B89B}" type="datetimeFigureOut">
              <a:rPr kumimoji="1" lang="ja-JP" altLang="en-US" smtClean="0"/>
              <a:t>2025/11/26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4218AAA-D118-7A95-3DF2-BAB275CA2F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84516B1-810F-2F47-D112-A23D2BC0AF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70BFE2-0DE5-4D49-8DB1-15673A00CB3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3528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D0B72D-C743-458B-0DD1-E065A425D9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5400" dirty="0"/>
              <a:t>面接クイックリファレンス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6CAA028-44A2-D166-463D-A2A7D71DC6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/>
              <a:t>名木菜緒子</a:t>
            </a:r>
          </a:p>
        </p:txBody>
      </p:sp>
    </p:spTree>
    <p:extLst>
      <p:ext uri="{BB962C8B-B14F-4D97-AF65-F5344CB8AC3E}">
        <p14:creationId xmlns:p14="http://schemas.microsoft.com/office/powerpoint/2010/main" val="1371213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31FFBB-7CAD-F4CA-6528-CDD2634BC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アプリ概要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503876A-509F-028D-1FEE-17C7D10C58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kumimoji="1" lang="ja-JP" altLang="en-US" sz="3200" dirty="0"/>
              <a:t>面接の質問とそれに対する自分の回答をセットで管理し、いつでも確認し面接対策に活用できるアプリ。質問や回答の追加・編集・削除ができる。</a:t>
            </a:r>
          </a:p>
        </p:txBody>
      </p:sp>
    </p:spTree>
    <p:extLst>
      <p:ext uri="{BB962C8B-B14F-4D97-AF65-F5344CB8AC3E}">
        <p14:creationId xmlns:p14="http://schemas.microsoft.com/office/powerpoint/2010/main" val="906842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149DE67E-7EF6-AF71-EF51-CEAF18134C80}"/>
              </a:ext>
            </a:extLst>
          </p:cNvPr>
          <p:cNvSpPr/>
          <p:nvPr/>
        </p:nvSpPr>
        <p:spPr>
          <a:xfrm>
            <a:off x="1941816" y="2807414"/>
            <a:ext cx="3174714" cy="124317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3200" dirty="0"/>
              <a:t>質問一覧画面</a:t>
            </a:r>
          </a:p>
        </p:txBody>
      </p:sp>
      <p:cxnSp>
        <p:nvCxnSpPr>
          <p:cNvPr id="4" name="直線矢印コネクタ 3">
            <a:extLst>
              <a:ext uri="{FF2B5EF4-FFF2-40B4-BE49-F238E27FC236}">
                <a16:creationId xmlns:a16="http://schemas.microsoft.com/office/drawing/2014/main" id="{E58C75EE-F5AD-C835-B717-F32D47487B42}"/>
              </a:ext>
            </a:extLst>
          </p:cNvPr>
          <p:cNvCxnSpPr>
            <a:cxnSpLocks/>
            <a:stCxn id="2" idx="3"/>
          </p:cNvCxnSpPr>
          <p:nvPr/>
        </p:nvCxnSpPr>
        <p:spPr>
          <a:xfrm flipV="1">
            <a:off x="5116530" y="3429000"/>
            <a:ext cx="201373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527CACC6-9B07-57E7-9DE8-22A66DDB39B1}"/>
              </a:ext>
            </a:extLst>
          </p:cNvPr>
          <p:cNvSpPr/>
          <p:nvPr/>
        </p:nvSpPr>
        <p:spPr>
          <a:xfrm>
            <a:off x="7130265" y="2807413"/>
            <a:ext cx="3174714" cy="124317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200" dirty="0"/>
              <a:t>回答</a:t>
            </a:r>
            <a:r>
              <a:rPr kumimoji="1" lang="ja-JP" altLang="en-US" sz="3200" dirty="0"/>
              <a:t>画面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87CBE9D-2E2E-7502-63F2-8D49441840E3}"/>
              </a:ext>
            </a:extLst>
          </p:cNvPr>
          <p:cNvSpPr txBox="1"/>
          <p:nvPr/>
        </p:nvSpPr>
        <p:spPr>
          <a:xfrm>
            <a:off x="928454" y="639359"/>
            <a:ext cx="364732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400" dirty="0">
                <a:latin typeface="+mj-ea"/>
                <a:ea typeface="+mj-ea"/>
              </a:rPr>
              <a:t>画面遷移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9D4FAD0-1C31-6F19-ECEF-0DFCA368A4A9}"/>
              </a:ext>
            </a:extLst>
          </p:cNvPr>
          <p:cNvSpPr txBox="1"/>
          <p:nvPr/>
        </p:nvSpPr>
        <p:spPr>
          <a:xfrm>
            <a:off x="2239766" y="4150760"/>
            <a:ext cx="257881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面接の質問一覧</a:t>
            </a:r>
            <a:endParaRPr kumimoji="1" lang="en-US" altLang="ja-JP" dirty="0"/>
          </a:p>
          <a:p>
            <a:r>
              <a:rPr lang="ja-JP" altLang="en-US" dirty="0"/>
              <a:t>・質問一覧</a:t>
            </a:r>
            <a:endParaRPr lang="en-US" altLang="ja-JP" dirty="0"/>
          </a:p>
          <a:p>
            <a:r>
              <a:rPr kumimoji="1" lang="ja-JP" altLang="en-US" dirty="0"/>
              <a:t>・質問の追加</a:t>
            </a:r>
            <a:endParaRPr kumimoji="1" lang="en-US" altLang="ja-JP" dirty="0"/>
          </a:p>
          <a:p>
            <a:r>
              <a:rPr lang="ja-JP" altLang="en-US" dirty="0"/>
              <a:t>・質問の編集</a:t>
            </a:r>
            <a:endParaRPr lang="en-US" altLang="ja-JP" dirty="0"/>
          </a:p>
          <a:p>
            <a:r>
              <a:rPr kumimoji="1" lang="ja-JP" altLang="en-US" dirty="0"/>
              <a:t>・質問の削除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4C2EAF1-AA1F-F9A4-C19C-9605DAECEA55}"/>
              </a:ext>
            </a:extLst>
          </p:cNvPr>
          <p:cNvSpPr txBox="1"/>
          <p:nvPr/>
        </p:nvSpPr>
        <p:spPr>
          <a:xfrm>
            <a:off x="7130265" y="4150760"/>
            <a:ext cx="609771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選択した質問に対する自分の回答</a:t>
            </a:r>
            <a:endParaRPr kumimoji="1" lang="en-US" altLang="ja-JP" dirty="0"/>
          </a:p>
          <a:p>
            <a:r>
              <a:rPr lang="ja-JP" altLang="en-US" dirty="0"/>
              <a:t>・回答</a:t>
            </a:r>
            <a:endParaRPr lang="en-US" altLang="ja-JP" dirty="0"/>
          </a:p>
          <a:p>
            <a:r>
              <a:rPr kumimoji="1" lang="ja-JP" altLang="en-US" dirty="0"/>
              <a:t>・</a:t>
            </a:r>
            <a:r>
              <a:rPr lang="ja-JP" altLang="en-US" dirty="0"/>
              <a:t>回答</a:t>
            </a:r>
            <a:r>
              <a:rPr kumimoji="1" lang="ja-JP" altLang="en-US" dirty="0"/>
              <a:t>の追加</a:t>
            </a:r>
            <a:endParaRPr kumimoji="1" lang="en-US" altLang="ja-JP" dirty="0"/>
          </a:p>
          <a:p>
            <a:r>
              <a:rPr lang="ja-JP" altLang="en-US" dirty="0"/>
              <a:t>・回答の編集</a:t>
            </a:r>
            <a:endParaRPr lang="en-US" altLang="ja-JP" dirty="0"/>
          </a:p>
          <a:p>
            <a:r>
              <a:rPr kumimoji="1" lang="ja-JP" altLang="en-US" dirty="0"/>
              <a:t>・</a:t>
            </a:r>
            <a:r>
              <a:rPr lang="ja-JP" altLang="en-US" dirty="0"/>
              <a:t>回答</a:t>
            </a:r>
            <a:r>
              <a:rPr kumimoji="1" lang="ja-JP" altLang="en-US" dirty="0"/>
              <a:t>の削除</a:t>
            </a:r>
          </a:p>
        </p:txBody>
      </p:sp>
    </p:spTree>
    <p:extLst>
      <p:ext uri="{BB962C8B-B14F-4D97-AF65-F5344CB8AC3E}">
        <p14:creationId xmlns:p14="http://schemas.microsoft.com/office/powerpoint/2010/main" val="4167732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93</Words>
  <Application>Microsoft Office PowerPoint</Application>
  <PresentationFormat>ワイド画面</PresentationFormat>
  <Paragraphs>17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面接クイックリファレンス</vt:lpstr>
      <vt:lpstr>アプリ概要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名木 菜緒子(zeal23410186)</dc:creator>
  <cp:lastModifiedBy>名木 菜緒子(zeal23410186)</cp:lastModifiedBy>
  <cp:revision>1</cp:revision>
  <dcterms:created xsi:type="dcterms:W3CDTF">2025-11-26T01:53:49Z</dcterms:created>
  <dcterms:modified xsi:type="dcterms:W3CDTF">2025-11-26T01:57:50Z</dcterms:modified>
</cp:coreProperties>
</file>